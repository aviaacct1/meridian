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San Jose</c:v>
                  </c:pt>
                  <c:pt idx="1">
                    <c:v>San Francisco</c:v>
                  </c:pt>
                  <c:pt idx="2">
                    <c:v>Washington DC</c:v>
                  </c:pt>
                  <c:pt idx="3">
                    <c:v>Seattle</c:v>
                  </c:pt>
                  <c:pt idx="4">
                    <c:v>New York</c:v>
                  </c:pt>
                  <c:pt idx="5">
                    <c:v>US average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175.5</c:v>
                </c:pt>
                <c:pt idx="1">
                  <c:v>141</c:v>
                </c:pt>
                <c:pt idx="2">
                  <c:v>122</c:v>
                </c:pt>
                <c:pt idx="3">
                  <c:v>116</c:v>
                </c:pt>
                <c:pt idx="4">
                  <c:v>98</c:v>
                </c:pt>
                <c:pt idx="5">
                  <c:v>81.6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demand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Paris</c:v>
                  </c:pt>
                  <c:pt idx="1">
                    <c:v>Frankfurt</c:v>
                  </c:pt>
                  <c:pt idx="2">
                    <c:v>Amsterdam</c:v>
                  </c:pt>
                  <c:pt idx="3">
                    <c:v>Tel Aviv</c:v>
                  </c:pt>
                  <c:pt idx="4">
                    <c:v>Munich</c:v>
                  </c:pt>
                  <c:pt idx="5">
                    <c:v>Zurich</c:v>
                  </c:pt>
                  <c:pt idx="6">
                    <c:v>Copenhagen</c:v>
                  </c:pt>
                  <c:pt idx="7">
                    <c:v>Rome</c:v>
                  </c:pt>
                  <c:pt idx="8">
                    <c:v>Stockholm</c:v>
                  </c:pt>
                  <c:pt idx="9">
                    <c:v>Madrid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140521</c:v>
                </c:pt>
                <c:pt idx="1">
                  <c:v>100810</c:v>
                </c:pt>
                <c:pt idx="2">
                  <c:v>60675</c:v>
                </c:pt>
                <c:pt idx="3">
                  <c:v>45892</c:v>
                </c:pt>
                <c:pt idx="4">
                  <c:v>43810</c:v>
                </c:pt>
                <c:pt idx="5">
                  <c:v>36924</c:v>
                </c:pt>
                <c:pt idx="6">
                  <c:v>32449</c:v>
                </c:pt>
                <c:pt idx="7">
                  <c:v>27549</c:v>
                </c:pt>
                <c:pt idx="8">
                  <c:v>25155</c:v>
                </c:pt>
                <c:pt idx="9">
                  <c:v>19730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 to point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84.6</c:v>
                </c:pt>
                <c:pt idx="1">
                  <c:v>87.1</c:v>
                </c:pt>
                <c:pt idx="2">
                  <c:v>89.6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Connecting London</c:v>
                </c:pt>
              </c:strCache>
            </c:strRef>
          </c:tx>
          <c:spPr>
            <a:solidFill>
              <a:srgbClr val="2E54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26.6</c:v>
                </c:pt>
                <c:pt idx="1">
                  <c:v>27.4</c:v>
                </c:pt>
                <c:pt idx="2">
                  <c:v>28.2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Connecting SJC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2.1</c:v>
                </c:pt>
                <c:pt idx="1">
                  <c:v>2.2</c:v>
                </c:pt>
                <c:pt idx="2">
                  <c:v>2.2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Cargo &amp; ancillary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8.3</c:v>
                </c:pt>
                <c:pt idx="1">
                  <c:v>8.7</c:v>
                </c:pt>
                <c:pt idx="2">
                  <c:v>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7F7F7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61.8</c:v>
                </c:pt>
                <c:pt idx="2">
                  <c:v>63.6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Premium coach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22.7</c:v>
                </c:pt>
                <c:pt idx="2">
                  <c:v>23.4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31.4</c:v>
                </c:pt>
                <c:pt idx="1">
                  <c:v>32.4</c:v>
                </c:pt>
                <c:pt idx="2">
                  <c:v>33.3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7F7F7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344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(Silicon Valley / San Jose hero)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 from London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617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Airways  |  London Heathrow - San Jose  |  Daily Boeing 787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Avia Solutions  |  June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Airport logo ]      [ Avia Solutions logo ]      [ British Airways logo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Route Forecast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11535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1671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Silicon Valley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11535" y="21671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7340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3405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Links: Silicon Valley and the UK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11535" y="27340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00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30098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Stimulation, not Cannibalisation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11535" y="3300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67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8679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- San Jose Forecast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11535" y="38679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4348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Economics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11535" y="4434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001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50017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Airport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11535" y="5001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5686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55686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Methodology and Choose San Jose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11535" y="55686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Airways is well placed to serve the unserved London - Silicon Valley market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532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is the preferred gateway to Silicon Valley: 89% of businesses prefer SJC to SFO/OAK, and SJC is on average 40km closer than SFO to Fortune 500 companies (Apple HQ within 18km).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is the wealthiest major metro in the US: median household income $175,491 versus the US average of circa $81,600.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 is the global centre of the AI economy: the Bay Area took 60% of all global AI funding in 2025.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premium and connecting demand over London to Europe, the Middle East and India.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European and Indian populations in the San Jose catchment support strong VFR and one-stop demand.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46520" y="1508760"/>
            <a:ext cx="5074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 is the UK's largest single trading partner: $340bn two-way trade in 2024, services-led.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ranks first in Europe and fourth globally for technology; a record 150bn of US tech investment landed in the UK in 2025.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Boeing 787 forecast at circa 130,000 passengers and an 83.7% load factor in Year 1.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cannibalisation of SFO: a distinct South Bay catchment plus genuine market stimulation, proven by the ANA precedent.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served this route in 2016-2020 and 2022-2023; the AI surge is what has changed since.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analysis; US Census ACS 2024; PitchBook-NVCA; ONS; Dealroom; gov.uk (2024-2026)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for British Airways: Summary of Route Forecast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249,800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point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904,500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market over London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1,206,800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market over San Jose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Based on AviaSolutions' San Jose Service Area catchment analysis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31920" y="1481328"/>
            <a:ext cx="7589520" cy="3246120"/>
          </a:xfrm>
          <a:prstGeom prst="roundRect">
            <a:avLst>
              <a:gd name="adj" fmla="val 1127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pic>
        <p:nvPicPr>
          <p:cNvPr id="14" name="Image 0" descr="route_map_b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3360" y="1554480"/>
            <a:ext cx="7406640" cy="31089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Options: Boeing 787-9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76672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777240"/>
                <a:gridCol w="1097280"/>
                <a:gridCol w="1005840"/>
                <a:gridCol w="868680"/>
                <a:gridCol w="1463040"/>
                <a:gridCol w="1371600"/>
                <a:gridCol w="1417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Op.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Aircraft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Pax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LHR-SJC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20:00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787-9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SJC-LHR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22:00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787-9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7x weekly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787-9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130,346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Silicon Valley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is the preferred gateway to Silicon Valley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the cluster, preferred by business, and uncongested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3090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3054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businesses prefer SJC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3054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SFO and Oakland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98264" y="1682496"/>
            <a:ext cx="3090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16552" y="2291486"/>
            <a:ext cx="3054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than SFO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16552" y="2589124"/>
            <a:ext cx="3054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Fortune 500 companies on average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155448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10144" y="1682496"/>
            <a:ext cx="3090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18km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028432" y="2291486"/>
            <a:ext cx="3054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global HQ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28432" y="2589124"/>
            <a:ext cx="3054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18km of SJC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sits at the heart of Silicon Valley, circa 10 miles from the centre of the cluster; SFO is circa 29 miles away.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congestion and no onward ground travel for Valley-bound passengers, unlike SFO or Oakland.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Increasingly served by premium carriers, with a modern international arrivals facility.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3246120"/>
            <a:ext cx="3566160" cy="2377440"/>
          </a:xfrm>
          <a:prstGeom prst="roundRect">
            <a:avLst>
              <a:gd name="adj" fmla="val 1538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0" y="32461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terminal / Silicon Valley map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analysis; SJC airport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wealthiest, most innovative metro in the 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 catchment for a high-yield London service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1089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816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$175,491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505456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household income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88950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of the 50 largest US metros, circa double the US average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69080" y="148132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household income by US metro ($000s)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931920" y="1783080"/>
          <a:ext cx="7315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36118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- Sunnyvale - Santa Clara is the richest major metro in the country, with median household income roughly double the US average.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 Jose - San Francisco cluster has ranked first in the world for innovation for six consecutive years (WIPO 2025), leading on patents and venture deals per head.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concentrated set of global technology headquarters anywhere, led by Apple, Alphabet and NVIDIA.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 Census ACS 2024; BEA; USPTO / CommercialCafe; PitchBook-NVCA (Jan 2026); WIPO GII 2025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capital: what has changed since 2023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current reason a premium London service 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$126bn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 funding to the Bay Area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the world total,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Bay Area startup capital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 into AI in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$100bn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commitment to OpenAI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September 2025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 is the undisputed global centre of the AI industry; AI start-ups raised $211bn worldwide in 2025.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fast-scaling, capital-rich, internationally connected firms are exactly the premium long-haul demand a London service targets.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BA last served the route this economy did not exist at today's scale.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3200400"/>
            <a:ext cx="3566160" cy="2286000"/>
          </a:xfrm>
          <a:prstGeom prst="roundRect">
            <a:avLst>
              <a:gd name="adj" fmla="val 16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0" y="3200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campus, Santa Clara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Crunchbase / HumanX (Feb 2026); NVIDIA; PitchBook-NVCA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headquarters are on the airport's doorstep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is inside the cluster, not adjacent to it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8288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SJC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Santa Clara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4 miles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(Apple Park)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Cupertino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9 miles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/ Alphabet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Mountain View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12 miles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Adobe, eBay, PayPal, Cisco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Menlo Park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18 miles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160520"/>
            <a:ext cx="5760720" cy="10972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2519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is circa 19 miles closer to the centre of Silicon Valley than SFO, the airport inside the densest tech cluster on earth.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1554480"/>
            <a:ext cx="2240280" cy="1828800"/>
          </a:xfrm>
          <a:prstGeom prst="roundRect">
            <a:avLst>
              <a:gd name="adj" fmla="val 20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6766560" y="1554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San Jose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006840" y="1554480"/>
            <a:ext cx="2240280" cy="1828800"/>
          </a:xfrm>
          <a:prstGeom prst="roundRect">
            <a:avLst>
              <a:gd name="adj" fmla="val 20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9098280" y="155448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Park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0" y="3474720"/>
            <a:ext cx="4572000" cy="1783080"/>
          </a:xfrm>
          <a:prstGeom prst="roundRect">
            <a:avLst>
              <a:gd name="adj" fmla="val 2051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766560" y="347472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HQ, Santa Clara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sites; Santa Clara County; Visit San Jose (2026)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premium, India-connected catchment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VFR and one-stop India demand over London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209,006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Indian residents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metro, circa 10.5%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county for Indian immigrants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Clara County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73%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Bay Area H-1B workers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Indian-born, high-yield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densest Indian-American concentrations of any US metro, high-income and degree-educated.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VFR travel and one-stop India connectivity over London, feeding Delhi, Mumbai, Bengaluru and Hyderabad.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demand is excluded from the base forecast to stay conservative, so it sits as upside.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 Census ACS 2024; Migration Policy Institute; Pew Research; USCIS / NFAP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Links: Silicon Valley and the UK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is a genuine peer, not a spoke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Area firms are building their largest non-US bases in London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Europe for tech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4th globally (Dealroom 2026)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150bn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US investment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UK-US State Visit, Sept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565,000 sq ft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space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by AI firms, early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US tech investment into the UK in 2025: Microsoft 22bn, NVIDIA 11bn, Google 5bn, plus Salesforce and CoreWeave.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has made London its largest research hub outside the US; Anthropic has taken its first permanent London office.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raised circa 13.2bn of tech venture funding in 2025 and is home to 138 unicorns, the largest ecosystem in Europe.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Dealroom 2026; gov.uk State Visit (Sept 2025); CNBC (Jun 2026); techUK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sciences and a tech corridor on Heathrow's doorstep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demand sits on the Heathrow side of London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12080" cy="3566160"/>
          </a:xfrm>
          <a:prstGeom prst="roundRect">
            <a:avLst>
              <a:gd name="adj" fmla="val 1026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Triangle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- Oxford - Cambridge: circa 57% of UK biopharma employment, ranked third in the world among life-science hubs.</a:t>
            </a:r>
            <a:endParaRPr lang="en-US" sz="11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Francis Crick Institute is Europe's largest single biomedical laboratory.</a:t>
            </a:r>
            <a:endParaRPr lang="en-US" sz="11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capital is flowing in: Prologis committed circa 3.9bn including a Cambridge Biomedical Campus expansion.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166360" cy="3566160"/>
          </a:xfrm>
          <a:prstGeom prst="roundRect">
            <a:avLst>
              <a:gd name="adj" fmla="val 1026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Thames Valley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M4 corridor west of Heathrow hosts Microsoft, Oracle, Cisco, NVIDIA, SAP and Dell UK operations.</a:t>
            </a:r>
            <a:endParaRPr lang="en-US" sz="11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Slough holds the largest data-centre concentration in Europe.</a:t>
            </a:r>
            <a:endParaRPr lang="en-US" sz="11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of these Bay Area firms located here for Heathrow access, so the demand is on the airport's doorstep.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DTRE / Lightcast / Savills 2025; Francis Crick Institute; gov.uk; RWA Consultants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and travel underpin the corridor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densest services and digital trade relationship in the world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$340bn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US-UK trade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Two-way, 2024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530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137bn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9359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services exports to 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1682496"/>
            <a:ext cx="231343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20.59m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82512" y="2291486"/>
            <a:ext cx="227685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US-UK air passengers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2589124"/>
            <a:ext cx="227685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US-Europe market, 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3144" y="1682496"/>
            <a:ext cx="194767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$1.7tn+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71432" y="2291486"/>
            <a:ext cx="191109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FDI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71432" y="2589124"/>
            <a:ext cx="191109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other's largest partner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Heavily services-weighted, the strongest evidence that trade drives business travel. California's top UK export line is computers and electronics.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UK is the largest US-Europe market and Heathrow the top US foreign gateway; Bay Area demand is funnelled through SFO today.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both ways: 5.6m US visitors to the UK and 4.04m UK visitors to the US in 2024.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USTR; ONS 2024; BEA; US DOT 2024; VisitBritain; US NTTO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Stimulation, not Cannibalisation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SJC service grows the market, it does not cannibalise SFO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by the ANA Silicon Valley - Tokyo precedent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launched San Jose - Tokyo in January 2013, the first ever nonstop between Silicon Valley and Japan, configured for premium corporate demand.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13 years of Bay Area - Tokyo service the SJC launch was entirely additional traffic: it grew the overall market and did not cannibalise the SFO service.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anchors a distinct South Bay catchment, on average 40km closer to the Valley's headquarters than SFO.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work confirms a new nonstop both recaptures connecting demand and stimulates genuinely new point-to-point traffic.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3749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44384" y="1682496"/>
            <a:ext cx="345643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62672" y="2362810"/>
            <a:ext cx="3419856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diverted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62672" y="2689250"/>
            <a:ext cx="341985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ANA-SJC grew the Bay-Tokyo market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0" y="3291840"/>
            <a:ext cx="3749040" cy="1554480"/>
          </a:xfrm>
          <a:prstGeom prst="roundRect">
            <a:avLst>
              <a:gd name="adj" fmla="val 2353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589520" y="32918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/ ZIPAIR 787 at SJC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analysis; ANA; Journal of Air Transport Management vol. 98 (2022)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- San Jose Forecast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Catchment Area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Primary, secondary and contested service zones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38328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is the most convenient airport on surface access; the core of the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38328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2E549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south and east; passengers drive past SJC to SFO today and would switch given a nonstop.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554480"/>
            <a:ext cx="338328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00B0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north-west, equal drive time to SJC and SFO; shared with San Francisco.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1371600"/>
          </a:xfrm>
          <a:prstGeom prst="roundRect">
            <a:avLst>
              <a:gd name="adj" fmla="val 2667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drive-time catchment map (primary / secondary / contested)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San Jose Service Area catchment analysis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traffic flows from the San Jose catchment, beyond London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two-way demand to points over Heathrow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554480"/>
          <a:ext cx="10881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connecting-demand model (Sabre MI). Validated reference case.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Forecast British Airways: London - San Jose (Daily Service)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143000"/>
                <a:gridCol w="777240"/>
                <a:gridCol w="1234440"/>
                <a:gridCol w="685800"/>
                <a:gridCol w="1234440"/>
                <a:gridCol w="960120"/>
                <a:gridCol w="105156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Demand (000s)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2016 (000s)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Stim.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Stim. (000s)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 Capture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(000s)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Business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Leisure / VFR - Primary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Leisure / VFR - Secondary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Leisure / VFR - Contested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Business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Leisure / VFR - Primary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Leisure / VFR - Secondary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to Point 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 at London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 at 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1,206.8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Forecast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(2016 service year), 214-seat Boeing 787, 83.7% load factor on 155,792 annual seats. India connecting demand excluded to stay conservative.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forecast model (validated reference case), to be refreshed on the live 2024-2025 base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Forecast: Passengers Connecting at London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1920240"/>
                <a:gridCol w="1828800"/>
                <a:gridCol w="1463040"/>
                <a:gridCol w="1097280"/>
                <a:gridCol w="118872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2016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140,521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Dublin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Ireland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 Town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 Africa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Frankfurt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100,810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Dusseldorf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Amsterdam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Netherlands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Stockholm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Sweden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25,155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Switzerland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Helsinki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Finland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Cairo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Egypt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Italy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Berlin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Germany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Glasgow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Copenhagen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Denmark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32,449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(all markets)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991,343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connecting-demand model (Sabre MI). Top markets shown; full list circa 70 cities.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Forecast: Passengers Connecting at San Jose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777240"/>
                <a:gridCol w="1828800"/>
                <a:gridCol w="1188720"/>
                <a:gridCol w="1325880"/>
                <a:gridCol w="1005840"/>
                <a:gridCol w="100584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2016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OGG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Kahului (Maui)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Seattle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Angeles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794,266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Salt Lake 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Phoenix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108,939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Portland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39,449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Guadalajara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Mexico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over 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1,206,843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78240" y="1554480"/>
            <a:ext cx="2468880" cy="3291840"/>
          </a:xfrm>
          <a:prstGeom prst="roundRect">
            <a:avLst>
              <a:gd name="adj" fmla="val 1481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15400" y="173736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is an origin and destination market, not a connecting hub, so onward demand adds a modest layer beyond strong Hawaii leisure flows.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connecting-demand model (Sabre MI)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Economics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Forecast for London - San Jose (Daily Service)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103120"/>
                <a:gridCol w="2103120"/>
                <a:gridCol w="2103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Passengers - Point to Point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Passengers - Connecting at London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46,316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47,659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Passengers - Connecting at 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Passengers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130,346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134,126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138,016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Capacity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Implied Load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Point to Point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Connecting at London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Connecting at San Jose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Cargo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- Ancillary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$125.4m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$129.2m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QSI revenue model (validated reference case). Years relabelled from the 2016-2018 reference.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Forecast Scenario: London - San Jose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economic picture for the airline business case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5257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9164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Boeing 787-9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departures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departures (annual, two-way)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hours per departure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circa 10.6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cabin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coach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Coach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seats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cabin load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load factor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554480"/>
          <a:ext cx="52578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9164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one-way P2P fare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one-way connecting fare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one-way fare (blended)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(Rev/RPK)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$113.4m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Ancillary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revenue and aircraft economics model. Illustrative; to be refreshed on the live base.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Build Up by Flow and by Cabin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build up by flow ($m)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3736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build up by cabin ($m)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173736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revenue model. Illustrative split by flow and cabin.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Jose Airport</a:t>
            </a:r>
            <a:endParaRPr lang="en-US" sz="3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world-class airport at the centre of the Valley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the cluster and more reliable than SFO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11.85m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4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 in 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Silicon Valley's home airport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gates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33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terminals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33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arrivals, Global Entry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44384" y="1682496"/>
            <a:ext cx="295351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787-ready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62672" y="2291486"/>
            <a:ext cx="2916936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widebody capable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62672" y="2589124"/>
            <a:ext cx="2916936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ZIPAIR 787 to Tokyo today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6766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has handled 787, A340 and larger widebodies; a daily 787 is well within capability.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reliability advantage over SFO, which loses half its arrival rate in fog while SJC is unaffected.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 service would be the only Europe nonstop at the airport.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3200400"/>
            <a:ext cx="3566160" cy="2286000"/>
          </a:xfrm>
          <a:prstGeom prst="roundRect">
            <a:avLst>
              <a:gd name="adj" fmla="val 1600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772400" y="3200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SJC terminal / 787 at gate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SJC activity report (CY2024); Cranky Flier (2026)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support behind a returning service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de-risked launch, backed by the airport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6766560" cy="3383280"/>
          </a:xfrm>
          <a:prstGeom prst="roundRect">
            <a:avLst>
              <a:gd name="adj" fmla="val 1081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airport brings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Air Service Development programme designed to encourage incremental airline route decisions.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commitment: when BA exited in 2023, SJC offered a $303,700 credit toward a future contract.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airport is actively seeking international partners, and a London link is its clearest gap.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support and incentive terms to be confirmed with the airport for the live tariff.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27264" y="1682496"/>
            <a:ext cx="3273552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$303,700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45552" y="2386584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resumption credit offered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45552" y="2722626"/>
            <a:ext cx="32369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airport's commitment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0" y="3337560"/>
            <a:ext cx="3566160" cy="1600200"/>
          </a:xfrm>
          <a:prstGeom prst="roundRect">
            <a:avLst>
              <a:gd name="adj" fmla="val 2286"/>
            </a:avLst>
          </a:prstGeom>
          <a:solidFill>
            <a:srgbClr val="E3E9F2"/>
          </a:solidFill>
          <a:ln w="12700">
            <a:solidFill>
              <a:srgbClr val="7F7F7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772400" y="333756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SLOT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air service team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/ library image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SJC Air Service Development; Simple Flying (Mar 2025)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49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 SLOT  (San Jose / Silicon Valley)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solidFill>
            <a:srgbClr val="1F3864">
              <a:alpha val="8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Methodology</a:t>
            </a:r>
            <a:endParaRPr lang="en-US" sz="3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Methodology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quality drives an airline's share of demand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traffic demand is grown to maturity from Sabre MI O&amp;D data (adjusted for non-MIDT channels), counting only the San Jose Service Area and split into business and leisure/VFR.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212080" cy="3154680"/>
          </a:xfrm>
          <a:prstGeom prst="roundRect">
            <a:avLst>
              <a:gd name="adj" fmla="val 1159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Point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Sabre MI gives the historic O&amp;D market between the catchment and London.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compound annual growth rate grows it to the service year.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Stimulation from the new nonstop is applied from historical benchmarks.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is set from frequency-share analysis and traffic-leakage estimates.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194560"/>
            <a:ext cx="5166360" cy="3154680"/>
          </a:xfrm>
          <a:prstGeom prst="roundRect">
            <a:avLst>
              <a:gd name="adj" fmla="val 1159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Markets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Sabre MI gives the connecting markets over the hub, excluding double connections.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grows to maturity on the same basis.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Quality of Service Index allocates demand across competing itineraries.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QSI scores total elapsed time, connection type (online / interline / alliance) and frequency.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Opportunity to Serve Silicon Valley from London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716975" y="1463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Routes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40080" y="402336"/>
            <a:ext cx="10911535" cy="0"/>
          </a:xfrm>
          <a:prstGeom prst="line">
            <a:avLst/>
          </a:prstGeom>
          <a:noFill/>
          <a:ln w="9525">
            <a:solidFill>
              <a:srgbClr val="D4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Schedule Methodology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78992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QSI forecast to the route P&amp;L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12080" cy="3794760"/>
          </a:xfrm>
          <a:prstGeom prst="roundRect">
            <a:avLst>
              <a:gd name="adj" fmla="val 964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and Capacity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 assumes a specific schedule: outbound and return timings, layover and elapsed times.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(7x weekly) 214-seat Boeing 787.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quality drives the QSI competition against all existing one-stop options.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of 155,792 two-way seats.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554480"/>
            <a:ext cx="5166360" cy="3794760"/>
          </a:xfrm>
          <a:prstGeom prst="roundRect">
            <a:avLst>
              <a:gd name="adj" fmla="val 964"/>
            </a:avLst>
          </a:prstGeom>
          <a:solidFill>
            <a:srgbClr val="F2F5F9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growth follows the QSI forecast.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Fares come from MIDT, weighted down with a business-fare reduction and split by cabin, with spill traffic estimated.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revenue is built from belly capacity at conservative yields, benchmarked to volume.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Ancillary revenue is sourced from industry reports.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291072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AviaSolutions analysis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AviaSolutions analysis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082735" y="6528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Airline logo 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San Jose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market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wealthiest, most innovative and most AI-intensive metro in the world.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80760" y="150876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0391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daily London service today; demand is funnelled through SFO.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Net-new traffic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5021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distinct South Bay catchment that grows the market rather than cannibalising SFO.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97180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forecast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5021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 130,000 passengers at 83.7% load factor, with India and US point-of-sale upside excluded.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support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965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air-service development and a proven incentive commitment.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4434840"/>
            <a:ext cx="5212080" cy="1280160"/>
          </a:xfrm>
          <a:prstGeom prst="roundRect">
            <a:avLst>
              <a:gd name="adj" fmla="val 3571"/>
            </a:avLst>
          </a:prstGeom>
          <a:solidFill>
            <a:srgbClr val="2E549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genuine tech centres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965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and Silicon Valley, a two-way premium corridor.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Re-establishing the link between London and Silicon Valley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 Solutions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development and air service consultancy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john.carter@aviasolutions.com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7729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Avia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Unique Opportunity to Serve Silicon Valley from London</dc:title>
  <dc:subject>PptxGenJS Presentation</dc:subject>
  <dc:creator>Avia Solutions</dc:creator>
  <cp:lastModifiedBy>Avia Solutions</cp:lastModifiedBy>
  <cp:revision>1</cp:revision>
  <dcterms:created xsi:type="dcterms:W3CDTF">2026-06-28T22:20:17Z</dcterms:created>
  <dcterms:modified xsi:type="dcterms:W3CDTF">2026-06-28T22:20:17Z</dcterms:modified>
</cp:coreProperties>
</file>