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Genoa-New York: A321XLR route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Turnaround economics, indicative. New entrant  A321XLR  LCC operation  sector 8.8h.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023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$18,529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PROFIT PER TURNAROUND (standalone)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12.3%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69748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65%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BREAKEVEN 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40480"/>
            <a:ext cx="4023360" cy="1143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/>
            <a:r>
              <a:rPr sz="1300" b="1">
                <a:solidFill>
                  <a:srgbClr val="1F3864"/>
                </a:solidFill>
                <a:latin typeface="Arial"/>
              </a:rPr>
              <a:t>With airport incentive</a:t>
            </a:r>
          </a:p>
          <a:p>
            <a:r>
              <a:rPr sz="1500" b="1">
                <a:solidFill>
                  <a:srgbClr val="006100"/>
                </a:solidFill>
                <a:latin typeface="Arial"/>
              </a:rPr>
              <a:t>Profit $25,247   Margin 16.8%</a:t>
            </a:r>
          </a:p>
          <a:p>
            <a:r>
              <a:rPr sz="1100">
                <a:solidFill>
                  <a:srgbClr val="595959"/>
                </a:solidFill>
                <a:latin typeface="Arial"/>
              </a:rPr>
              <a:t>Airport contributes $6,718 per turn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00200"/>
          <a:ext cx="6812280" cy="42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1920240"/>
              </a:tblGrid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Turnaround P&amp;L (USD)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 turn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150,158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Fuel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30,600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14,740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Other variable (catering, charges, nav, handling)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26,652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Ownership (cost of capital)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16,881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Crew &amp; insurance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29,156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Overheads (admin &amp; sales)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13,600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Total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131,629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Profit per turnaround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18,529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2014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Maintenance: Airbus MR 2024-25 sector-aware: 657 $/FH heavy resv @ 8.8h / 78% share = 842 $/FH total.  Ownership: appraiser lease/value, LCC util 5,425 BH/yr @ 9.0h sector, age 2, 53% leased = 938 $/BH.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2014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Indicative, for directional guidance only. Built on generic published assumptions, not any airline's actual LOPA, MTOW, contract terms or internal P&amp;L. Actual results will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Genoa-New York: A321XLR route economics</dc:title>
  <dc:subject/>
  <dc:creator>Avia Solutions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