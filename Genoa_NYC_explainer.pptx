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Reading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5156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Arial"/>
              </a:rPr>
              <a:t>Genoa - New York: what each term means,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43600"/>
            <a:ext cx="54864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Avia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Arial"/>
              </a:rPr>
              <a:t>The demand, 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10642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Arial"/>
              </a:rPr>
              <a:t>From the people near Genoa to the passengers a New York nonstop would carry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Catchment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0020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1F3864"/>
                </a:solidFill>
                <a:latin typeface="Arial"/>
              </a:rPr>
              <a:t>3.3m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8424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The people for whom Genoa is the nearest, most convenient airport, out to roughly a 2-hour drive.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50876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002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Total air demand at Genoa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60020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1F3864"/>
                </a:solidFill>
                <a:latin typeface="Arial"/>
              </a:rPr>
              <a:t>~1.0m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8424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Air trips those people actually make from Genoa today, all destinations. Most longer-haul trips leak to Milan.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0896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New York demand (latent)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10896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1F3864"/>
                </a:solidFill>
                <a:latin typeface="Arial"/>
              </a:rPr>
              <a:t>92,500 / 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49300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All New York trips the catchment generates per year, wherever they depart from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1752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0896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310896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B8860B"/>
                </a:solidFill>
                <a:latin typeface="Arial"/>
              </a:rPr>
              <a:t>85,500 / 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49300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Catchment New York demand departing other airports today (mainly Milan) because Genoa has no nonstop.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61772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Capture &amp; repatriation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61772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006100"/>
                </a:solidFill>
                <a:latin typeface="Arial"/>
              </a:rPr>
              <a:t>65% -&gt; 55,600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00176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Share of that leaked demand a Genoa nonstop wins back (assumed 65%) = passengers repatriated, each way.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52628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461772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Directional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461772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1F3864"/>
                </a:solidFill>
                <a:latin typeface="Arial"/>
              </a:rPr>
              <a:t>62,600 each 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00176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Passengers flying one way (Genoa to New York). The return leg is counted separately; together they fill the aircraft.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Arial"/>
              </a:rPr>
              <a:t>Propensity: New York trips per person per year, about 28 per 1,000 people here, turns catchment population into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Arial"/>
              </a:rPr>
              <a:t>The economics, 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10642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Arial"/>
              </a:rPr>
              <a:t>What load factor, margin and breakeven actually mean for this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Load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0020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1F3864"/>
                </a:solidFill>
                <a:latin typeface="Arial"/>
              </a:rPr>
              <a:t>85% planned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8424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How full the aircraft is: seats sold divided by seats flown. We plan at 85%; no route runs 95% year-round.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50876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002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Operating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60020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006100"/>
                </a:solidFill>
                <a:latin typeface="Arial"/>
              </a:rPr>
              <a:t>10.7%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8424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Operating profit per $100 of revenue, AT the planned 85% load. Fuller lifts it, emptier lowers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0896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Breakeven load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10896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B8860B"/>
                </a:solidFill>
                <a:latin typeface="Arial"/>
              </a:rPr>
              <a:t>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49300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The fullness at which profit is exactly zero. Below 74% the route loses money; above it, it profits.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17520"/>
            <a:ext cx="5394960" cy="137160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0896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Arial"/>
              </a:rPr>
              <a:t>Per rotation / annual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3108960"/>
            <a:ext cx="1691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006100"/>
                </a:solidFill>
                <a:latin typeface="Arial"/>
              </a:rPr>
              <a:t>$15,200 -&gt; $5.5m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493008"/>
            <a:ext cx="5065776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Arial"/>
              </a:rPr>
              <a:t>A rotation is one return trip (GOA-JFK-GOA): $15,200 profit. Flown daily (364/yr) that is $5.5m a year.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11109960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636008"/>
            <a:ext cx="106984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Your two questions, directly: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01768"/>
            <a:ext cx="106984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250" b="0" i="0">
                <a:solidFill>
                  <a:srgbClr val="E6EEFA"/>
                </a:solidFill>
                <a:latin typeface="Arial"/>
              </a:rPr>
              <a:t>Is 10.7% margin if the aircraft is 85% full?   Yes, the margin is calculated at the 85% planned load.</a:t>
            </a:r>
          </a:p>
          <a:p>
            <a:pPr algn="l"/>
            <a:r>
              <a:rPr sz="1250" b="0" i="0">
                <a:solidFill>
                  <a:srgbClr val="E6EEFA"/>
                </a:solidFill>
                <a:latin typeface="Arial"/>
              </a:rPr>
              <a:t>Breakeven 74% means zero profit there?   Yes, at 74% full the route just covers its costs; at 85% you sit 11 points above it, and that cushion is the 10.7% margin.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Arial"/>
              </a:rPr>
              <a:t>The Genoa end: from catchment to carried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10642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Arial"/>
              </a:rPr>
              <a:t>How the 3.3m people narrow down to the New York passengers a nonstop carries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424160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8229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Catchment population (nearest to Genoa)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554480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rial"/>
              </a:rPr>
              <a:t>3,300,000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95728"/>
            <a:ext cx="9069019" cy="713232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6874459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Air trips from Genoa today, all destinations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4539" y="2395728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rial"/>
              </a:rPr>
              <a:t>~1,000,000 / 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36976"/>
            <a:ext cx="7713878" cy="713232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5519318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New York demand the catchment generates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398" y="3236976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rial"/>
              </a:rPr>
              <a:t>92,500 / 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78224"/>
            <a:ext cx="6358737" cy="7132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78224"/>
            <a:ext cx="4164177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Carried by Genoa today (rest leak to Milan)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4257" y="4078224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rial"/>
              </a:rPr>
              <a:t>7,000 / yr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19472"/>
            <a:ext cx="5003596" cy="713232"/>
          </a:xfrm>
          <a:prstGeom prst="rect">
            <a:avLst/>
          </a:prstGeom>
          <a:solidFill>
            <a:srgbClr val="006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19472"/>
            <a:ext cx="2809036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Repatriated by a Genoa nonstop (65% capture)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9116" y="4919472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rial"/>
              </a:rPr>
              <a:t>55,600 each 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Arial"/>
              </a:rPr>
              <a:t>New York is one destination within Genoa's catchment. The same method sizes any route; the catchment (3.3m) is shared, the destination demand differs.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Genoa-New York: plain-English explainer</dc:title>
  <dc:subject/>
  <dc:creator>Avia Solutions</dc:creator>
  <cp:keywords/>
  <dc:description>generated using python-pptx</dc:description>
  <cp:lastModifiedBy>Avia Solutions</cp:lastModifiedBy>
  <cp:revision>1</cp:revision>
  <dcterms:created xsi:type="dcterms:W3CDTF">2013-01-27T09:14:16Z</dcterms:created>
  <dcterms:modified xsi:type="dcterms:W3CDTF">2013-01-27T09:15:58Z</dcterms:modified>
  <cp:category/>
</cp:coreProperties>
</file>